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9AD-F159-4AE1-88B8-645E8466BA5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1B7E985-8EEE-486B-8FD6-DE6B2EC71A9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989210"/>
      </p:ext>
    </p:extLst>
  </p:cSld>
  <p:clrMapOvr>
    <a:masterClrMapping/>
  </p:clrMapOvr>
  <p:transition spd="slow" advClick="0" advTm="100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9AD-F159-4AE1-88B8-645E8466BA5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7E985-8EEE-486B-8FD6-DE6B2EC71A9A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921570"/>
      </p:ext>
    </p:extLst>
  </p:cSld>
  <p:clrMapOvr>
    <a:masterClrMapping/>
  </p:clrMapOvr>
  <p:transition spd="slow" advClick="0" advTm="100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9AD-F159-4AE1-88B8-645E8466BA5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7E985-8EEE-486B-8FD6-DE6B2EC71A9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320740"/>
      </p:ext>
    </p:extLst>
  </p:cSld>
  <p:clrMapOvr>
    <a:masterClrMapping/>
  </p:clrMapOvr>
  <p:transition spd="slow" advClick="0" advTm="100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9AD-F159-4AE1-88B8-645E8466BA5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7E985-8EEE-486B-8FD6-DE6B2EC71A9A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53417"/>
      </p:ext>
    </p:extLst>
  </p:cSld>
  <p:clrMapOvr>
    <a:masterClrMapping/>
  </p:clrMapOvr>
  <p:transition spd="slow" advClick="0" advTm="100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9AD-F159-4AE1-88B8-645E8466BA5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7E985-8EEE-486B-8FD6-DE6B2EC71A9A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235369"/>
      </p:ext>
    </p:extLst>
  </p:cSld>
  <p:clrMapOvr>
    <a:masterClrMapping/>
  </p:clrMapOvr>
  <p:transition spd="slow" advClick="0" advTm="100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9AD-F159-4AE1-88B8-645E8466BA5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7E985-8EEE-486B-8FD6-DE6B2EC71A9A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45985"/>
      </p:ext>
    </p:extLst>
  </p:cSld>
  <p:clrMapOvr>
    <a:masterClrMapping/>
  </p:clrMapOvr>
  <p:transition spd="slow" advClick="0" advTm="100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9AD-F159-4AE1-88B8-645E8466BA5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7E985-8EEE-486B-8FD6-DE6B2EC71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05105"/>
      </p:ext>
    </p:extLst>
  </p:cSld>
  <p:clrMapOvr>
    <a:masterClrMapping/>
  </p:clrMapOvr>
  <p:transition spd="slow" advClick="0" advTm="100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9AD-F159-4AE1-88B8-645E8466BA5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7E985-8EEE-486B-8FD6-DE6B2EC71A9A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920328"/>
      </p:ext>
    </p:extLst>
  </p:cSld>
  <p:clrMapOvr>
    <a:masterClrMapping/>
  </p:clrMapOvr>
  <p:transition spd="slow" advClick="0" advTm="100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81879AD-F159-4AE1-88B8-645E8466BA5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7E985-8EEE-486B-8FD6-DE6B2EC71A9A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038070"/>
      </p:ext>
    </p:extLst>
  </p:cSld>
  <p:clrMapOvr>
    <a:masterClrMapping/>
  </p:clrMapOvr>
  <p:transition spd="slow" advClick="0" advTm="1000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9AD-F159-4AE1-88B8-645E8466BA5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7E985-8EEE-486B-8FD6-DE6B2EC71A9A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554131"/>
      </p:ext>
    </p:extLst>
  </p:cSld>
  <p:clrMapOvr>
    <a:masterClrMapping/>
  </p:clrMapOvr>
  <p:transition spd="slow" advClick="0" advTm="1000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79AD-F159-4AE1-88B8-645E8466BA5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7E985-8EEE-486B-8FD6-DE6B2EC71A9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346845"/>
      </p:ext>
    </p:extLst>
  </p:cSld>
  <p:clrMapOvr>
    <a:masterClrMapping/>
  </p:clrMapOvr>
  <p:transition spd="slow" advClick="0" advTm="100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879AD-F159-4AE1-88B8-645E8466BA5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1B7E985-8EEE-486B-8FD6-DE6B2EC71A9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0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ransition spd="slow" advClick="0" advTm="1000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966FC-4ABB-8772-D349-745383170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253" y="1110788"/>
            <a:ext cx="8997387" cy="1551389"/>
          </a:xfrm>
        </p:spPr>
        <p:txBody>
          <a:bodyPr/>
          <a:lstStyle/>
          <a:p>
            <a:r>
              <a:rPr lang="en-US" dirty="0">
                <a:latin typeface="Brush Script MT" panose="03060802040406070304" pitchFamily="66" charset="0"/>
              </a:rPr>
              <a:t>Bad guys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A65F7-1925-AD9E-9523-1611A329E9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latin typeface="Algerian" panose="04020705040A02060702" pitchFamily="82" charset="0"/>
              </a:rPr>
              <a:t>Dreamworks</a:t>
            </a:r>
            <a:r>
              <a:rPr lang="en-US" dirty="0">
                <a:latin typeface="Algerian" panose="04020705040A02060702" pitchFamily="82" charset="0"/>
              </a:rPr>
              <a:t> and universal</a:t>
            </a:r>
          </a:p>
        </p:txBody>
      </p:sp>
    </p:spTree>
    <p:extLst>
      <p:ext uri="{BB962C8B-B14F-4D97-AF65-F5344CB8AC3E}">
        <p14:creationId xmlns:p14="http://schemas.microsoft.com/office/powerpoint/2010/main" val="1455052109"/>
      </p:ext>
    </p:extLst>
  </p:cSld>
  <p:clrMapOvr>
    <a:masterClrMapping/>
  </p:clrMapOvr>
  <p:transition spd="slow" advClick="0" advTm="1000">
    <p:wipe/>
    <p:sndAc>
      <p:stSnd>
        <p:snd r:embed="rId2" name="bomb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C9266-52B7-28E0-54E4-DBA2793B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rush Script MT" panose="03060802040406070304" pitchFamily="66" charset="0"/>
              </a:rPr>
              <a:t>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32EA8-DCC3-1B92-4700-D42332895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Snake</a:t>
            </a:r>
          </a:p>
          <a:p>
            <a:r>
              <a:rPr lang="en-US" dirty="0">
                <a:latin typeface="Algerian" panose="04020705040A02060702" pitchFamily="82" charset="0"/>
              </a:rPr>
              <a:t>Wolf </a:t>
            </a:r>
          </a:p>
          <a:p>
            <a:r>
              <a:rPr lang="en-US" dirty="0">
                <a:latin typeface="Algerian" panose="04020705040A02060702" pitchFamily="82" charset="0"/>
              </a:rPr>
              <a:t>Diane </a:t>
            </a:r>
            <a:r>
              <a:rPr lang="en-US" dirty="0" err="1">
                <a:latin typeface="Algerian" panose="04020705040A02060702" pitchFamily="82" charset="0"/>
              </a:rPr>
              <a:t>foxington</a:t>
            </a:r>
            <a:endParaRPr lang="en-US" dirty="0">
              <a:latin typeface="Algerian" panose="04020705040A02060702" pitchFamily="82" charset="0"/>
            </a:endParaRPr>
          </a:p>
          <a:p>
            <a:r>
              <a:rPr lang="en-US" dirty="0">
                <a:latin typeface="Algerian" panose="04020705040A02060702" pitchFamily="82" charset="0"/>
              </a:rPr>
              <a:t>Piranha</a:t>
            </a:r>
          </a:p>
          <a:p>
            <a:r>
              <a:rPr lang="en-US" dirty="0">
                <a:latin typeface="Algerian" panose="04020705040A02060702" pitchFamily="82" charset="0"/>
              </a:rPr>
              <a:t>Shark</a:t>
            </a:r>
          </a:p>
          <a:p>
            <a:r>
              <a:rPr lang="en-US" dirty="0">
                <a:latin typeface="Algerian" panose="04020705040A02060702" pitchFamily="82" charset="0"/>
              </a:rPr>
              <a:t>Tarantula</a:t>
            </a:r>
          </a:p>
          <a:p>
            <a:r>
              <a:rPr lang="en-US" dirty="0">
                <a:latin typeface="Algerian" panose="04020705040A02060702" pitchFamily="82" charset="0"/>
              </a:rPr>
              <a:t>Chief</a:t>
            </a:r>
          </a:p>
          <a:p>
            <a:r>
              <a:rPr lang="en-US" dirty="0">
                <a:latin typeface="Algerian" panose="04020705040A02060702" pitchFamily="82" charset="0"/>
              </a:rPr>
              <a:t>marmalade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321377"/>
      </p:ext>
    </p:extLst>
  </p:cSld>
  <p:clrMapOvr>
    <a:masterClrMapping/>
  </p:clrMapOvr>
  <p:transition spd="slow" advClick="0" advTm="1000">
    <p:wipe/>
    <p:sndAc>
      <p:stSnd>
        <p:snd r:embed="rId2" name="bomb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</TotalTime>
  <Words>16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Algerian</vt:lpstr>
      <vt:lpstr>Arial</vt:lpstr>
      <vt:lpstr>Brush Script MT</vt:lpstr>
      <vt:lpstr>Gill Sans MT</vt:lpstr>
      <vt:lpstr>Gallery</vt:lpstr>
      <vt:lpstr>Bad guys 2</vt:lpstr>
      <vt:lpstr>cast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2025-08-21T15:55:54Z</dcterms:created>
  <dcterms:modified xsi:type="dcterms:W3CDTF">2025-08-21T16:04:13Z</dcterms:modified>
</cp:coreProperties>
</file>